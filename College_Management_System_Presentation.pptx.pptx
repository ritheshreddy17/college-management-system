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88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COLLEGE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DCDCDC"/>
                </a:solidFill>
              </a:defRPr>
            </a:pPr>
            <a:r>
              <a:t>React + Vite | FastAPI |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Developed by Rithesh Reddy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8408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9144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Secure Admin &amp; Faculty Login</a:t>
            </a:r>
          </a:p>
          <a:p>
            <a:r>
              <a:t>• Dashboard with Analytics</a:t>
            </a:r>
          </a:p>
          <a:p>
            <a:r>
              <a:t>• Colleges Management</a:t>
            </a:r>
          </a:p>
          <a:p>
            <a:r>
              <a:t>• Students Management</a:t>
            </a:r>
          </a:p>
          <a:p>
            <a:r>
              <a:t>• Departments Management</a:t>
            </a:r>
          </a:p>
          <a:p>
            <a:r>
              <a:t>• Courses Management</a:t>
            </a:r>
          </a:p>
          <a:p>
            <a:r>
              <a:t>• Faculty 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8408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Frontend : React + Vite</a:t>
            </a:r>
          </a:p>
          <a:p>
            <a:r>
              <a:t>Backend : FastAPI</a:t>
            </a:r>
          </a:p>
          <a:p>
            <a:r>
              <a:t>Language : Python</a:t>
            </a:r>
          </a:p>
          <a:p>
            <a:r>
              <a:t>Database : SQLite / MySQL</a:t>
            </a:r>
          </a:p>
          <a:p>
            <a:r>
              <a:t>IDE : VS 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8408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React Frontend  ➜  FastAPI Backend  ➜  Database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8408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Login Module</a:t>
            </a:r>
          </a:p>
        </p:txBody>
      </p:sp>
      <p:pic>
        <p:nvPicPr>
          <p:cNvPr id="4" name="Picture 3" descr="6b364816-d33c-45aa-bb8c-37d7fbdbd4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0"/>
            <a:ext cx="11155680" cy="60078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8408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Dashboard</a:t>
            </a:r>
          </a:p>
        </p:txBody>
      </p:sp>
      <p:pic>
        <p:nvPicPr>
          <p:cNvPr id="4" name="Picture 3" descr="2566219d-ade3-4b45-90f4-11a64e46d2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0"/>
            <a:ext cx="11155680" cy="59434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8408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Colleges Management</a:t>
            </a:r>
          </a:p>
        </p:txBody>
      </p:sp>
      <p:pic>
        <p:nvPicPr>
          <p:cNvPr id="4" name="Picture 3" descr="2169db9e-30a3-4652-8a48-2354553e1c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0"/>
            <a:ext cx="11155680" cy="60312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8408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Students Management</a:t>
            </a:r>
          </a:p>
        </p:txBody>
      </p:sp>
      <p:pic>
        <p:nvPicPr>
          <p:cNvPr id="4" name="Picture 3" descr="fa8d40f8-3eba-464f-a3ee-eef86d0f5ed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0"/>
            <a:ext cx="11155680" cy="60598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8408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Departments Management</a:t>
            </a:r>
          </a:p>
        </p:txBody>
      </p:sp>
      <p:pic>
        <p:nvPicPr>
          <p:cNvPr id="4" name="Picture 3" descr="d71fd31a-a1ba-4711-8c31-878ec12fa5f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0"/>
            <a:ext cx="11155680" cy="60334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8408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Courses Management</a:t>
            </a:r>
          </a:p>
        </p:txBody>
      </p:sp>
      <p:pic>
        <p:nvPicPr>
          <p:cNvPr id="4" name="Picture 3" descr="5e864429-91c7-4224-a056-9016fadedc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0"/>
            <a:ext cx="11155680" cy="60387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8408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Faculty Management</a:t>
            </a:r>
          </a:p>
        </p:txBody>
      </p:sp>
      <p:pic>
        <p:nvPicPr>
          <p:cNvPr id="4" name="Picture 3" descr="d7adc0c2-c00e-4afb-b765-91e4db475f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0"/>
            <a:ext cx="11155680" cy="604705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8408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✓ Authentication</a:t>
            </a:r>
          </a:p>
          <a:p>
            <a:r>
              <a:t>✓ CRUD Operations</a:t>
            </a:r>
          </a:p>
          <a:p>
            <a:r>
              <a:t>✓ Search Functionality</a:t>
            </a:r>
          </a:p>
          <a:p>
            <a:r>
              <a:t>✓ Dashboard Analytics</a:t>
            </a:r>
          </a:p>
          <a:p>
            <a:r>
              <a:t>✓ Responsive UI</a:t>
            </a:r>
          </a:p>
          <a:p>
            <a:r>
              <a:t>✓ Centralized Data Management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22860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